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B3D91"/>
                </a:solidFill>
              </a:rPr>
              <a:t>Mean Reversion in US Sector ETFs Depends on Volatility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333333"/>
                </a:solidFill>
              </a:rPr>
              <a:t>Short-horizon return reversal is mild in calm markets and ~3-4x stronger in high-volatility markets.</a:t>
            </a:r>
          </a:p>
        </p:txBody>
      </p:sp>
      <p:pic>
        <p:nvPicPr>
          <p:cNvPr id="5" name="Picture 4" descr="slide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777240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73736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0B3D91"/>
                </a:solidFill>
              </a:rPr>
              <a:t>Pervasive 1d reversal. </a:t>
            </a:r>
            <a:r>
              <a:rPr sz="1300">
                <a:solidFill>
                  <a:srgbClr val="1A1A1A"/>
                </a:solidFill>
              </a:rPr>
              <a:t>Every ETF shows negative lagged/forward correlation at h = 1 day.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B3D91"/>
                </a:solidFill>
              </a:rPr>
              <a:t>Regime amplifies reversal. </a:t>
            </a:r>
            <a:r>
              <a:rPr sz="1300">
                <a:solidFill>
                  <a:srgbClr val="1A1A1A"/>
                </a:solidFill>
              </a:rPr>
              <a:t>At h = 1d, Low-Vol r is near zero; High-Vol r ranges from -0.10 to -0.17.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B3D91"/>
                </a:solidFill>
              </a:rPr>
              <a:t>Sector dispersion matters. </a:t>
            </a:r>
            <a:r>
              <a:rPr sz="1300">
                <a:solidFill>
                  <a:srgbClr val="1A1A1A"/>
                </a:solidFill>
              </a:rPr>
              <a:t>XLU (utilities) has the strongest 20-day reversal (r = -0.22 full-sample, -0.29 high-vol).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B3D91"/>
                </a:solidFill>
              </a:rPr>
              <a:t>One outlier. </a:t>
            </a:r>
            <a:r>
              <a:rPr sz="1300">
                <a:solidFill>
                  <a:srgbClr val="1A1A1A"/>
                </a:solidFill>
              </a:rPr>
              <a:t>XLE (energy) is the only ETF with a positive 5-day correlation — commodity momentum, not equity reversal.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B3D91"/>
                </a:solidFill>
              </a:rPr>
              <a:t>Takeaway.  </a:t>
            </a:r>
            <a:r>
              <a:rPr sz="1300">
                <a:solidFill>
                  <a:srgbClr val="333333"/>
                </a:solidFill>
              </a:rPr>
              <a:t>Return-predictability patterns in US equity ETFs are not uniform — they depend jointly on horizon, sector, and volatility regime. Conditional analysis makes a mildly-noisy full-sample average look like a cleanly-structured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666666"/>
                </a:solidFill>
              </a:rPr>
              <a:t>Data: Yahoo Finance (SPY, QQQ, XLK, XLE, XLF, XLU), 2010-01-05 to 2026-04-17, 4,248 trading days. Regime: SPY 20d realized-vol quartiles (expanding).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